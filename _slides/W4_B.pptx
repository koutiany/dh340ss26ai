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dbb0b52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adbb0b52c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dbb0b5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adbb0b52c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bafa4ad2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bbafa4ad2d_0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d2c53e2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bd2c53e29e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d2c53e2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bd2c53e29e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d2c53e29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bd2c53e29e_0_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458eddea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c458eddeaf_0_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d2c53e29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bd2c53e29e_0_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9198a5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9198a577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818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Michigan State University logo"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43313" y="4908517"/>
            <a:ext cx="1394217" cy="1176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4 Session B</a:t>
            </a:r>
            <a:endParaRPr/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</a:pPr>
            <a:r>
              <a:rPr lang="en" sz="3000"/>
              <a:t>Thursday, Feb 5 2026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Workshop</a:t>
            </a:r>
            <a:r>
              <a:rPr lang="en" sz="2200"/>
              <a:t>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Model selection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Prompt designing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Models c</a:t>
            </a:r>
            <a:r>
              <a:rPr lang="en" sz="2200"/>
              <a:t>omparison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Hallucination stress tests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Week 4 Assignment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Models Selection in LM Studio</a:t>
            </a:r>
            <a:endParaRPr sz="3200"/>
          </a:p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457200" y="900125"/>
            <a:ext cx="8229600" cy="3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Please list out all models, to which </a:t>
            </a:r>
            <a:r>
              <a:rPr lang="en" sz="1800"/>
              <a:t>companies they belong to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Select a model you would like to work with today and take notes on the following: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Model name + company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Model size (parameters and approximate storage)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How fast it loads on HPCC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Training data and release year (hugging face is your good friend here!)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(Optional) In what programming language/corpus it was primarily trained?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After learning about the model, why did you choose this one?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Prompt designing</a:t>
            </a:r>
            <a:endParaRPr sz="3200"/>
          </a:p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Let’s design one simple prompt that everybody agrees.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i="1" lang="en" sz="1800"/>
              <a:t>Example 1</a:t>
            </a:r>
            <a:r>
              <a:rPr lang="en" sz="1800"/>
              <a:t>: What is one concept every college student should understand about artificial intelligence? Explain it in plain language.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i="1" lang="en" sz="1800"/>
              <a:t>Example 2</a:t>
            </a:r>
            <a:r>
              <a:rPr lang="en" sz="1800"/>
              <a:t>: Why do some people disagree about the value of humanities?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You have to come with some prompts now!</a:t>
            </a:r>
            <a:endParaRPr sz="1800"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(Think about the way you write) Basic version “explain …”</a:t>
            </a:r>
            <a:endParaRPr sz="1800"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Add some persona: “explain … as you are a … professor”</a:t>
            </a:r>
            <a:endParaRPr sz="1800"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Give the model more structure: “explain … in exactly 3 bullet points.”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Models Comparison I</a:t>
            </a:r>
            <a:endParaRPr sz="3200"/>
          </a:p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457200" y="900125"/>
            <a:ext cx="8229600" cy="40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Accuracy: does the model actually explain the text/topic correctly?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Tone/voice: is it formal or casual? Confident or </a:t>
            </a:r>
            <a:r>
              <a:rPr lang="en" sz="1800"/>
              <a:t>hesitant</a:t>
            </a:r>
            <a:r>
              <a:rPr lang="en" sz="1800"/>
              <a:t>? Human-like or robotic? Structured or just rambling?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Hallucinations: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Does your model invent details?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Does your model misattribute quotes?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Does it overstate certainty?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Does it produce false dates or authors?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Length: concise or overly long? Do you see more paragraph or bullet points?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Handling of ambiguity: will the results change, if you add something like “if you are unsure, say no.”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Models Comparison II</a:t>
            </a:r>
            <a:endParaRPr sz="3200"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457200" y="900125"/>
            <a:ext cx="8229600" cy="40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Transparency</a:t>
            </a:r>
            <a:r>
              <a:rPr lang="en" sz="1800"/>
              <a:t>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Does your model admit limitation?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Ask </a:t>
            </a:r>
            <a:r>
              <a:rPr lang="en" sz="1800"/>
              <a:t>clarifying</a:t>
            </a:r>
            <a:r>
              <a:rPr lang="en" sz="1800"/>
              <a:t> </a:t>
            </a:r>
            <a:r>
              <a:rPr lang="en" sz="1800"/>
              <a:t>questions?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Reasoning: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Does you model offer step-by-step logic?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Or explain to you why something is true or false?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Bias: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Does your model show cultural bias?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Stability: ask the model the exact same questions three times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Does it change answers?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Does it contradict itself?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Hallucination Stress Tests I</a:t>
            </a:r>
            <a:endParaRPr sz="3200"/>
          </a:p>
        </p:txBody>
      </p:sp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Give your models something that might “break” them or where the models might fail.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Stay with your selected model.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Prompt design: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Example 1: provide three peer-reviewed sources that argue president Joe Biden is Korean.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Example 2: Why did Shakespeare write Harry Potter?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Example 3: What were Aristotle’s views on Instagram?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More examples!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Hallucination Stress Tests II </a:t>
            </a:r>
            <a:endParaRPr sz="3200"/>
          </a:p>
        </p:txBody>
      </p:sp>
      <p:sp>
        <p:nvSpPr>
          <p:cNvPr id="112" name="Google Shape;112;p24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Compare: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Did the model hallucinate?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How confident was it?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Did it apologize if corrected?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Did it acknowledge uncertainty?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What does this tell us about how LLMs work?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4 Assignment</a:t>
            </a:r>
            <a:endParaRPr/>
          </a:p>
        </p:txBody>
      </p:sp>
      <p:sp>
        <p:nvSpPr>
          <p:cNvPr id="118" name="Google Shape;118;p25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Clean notes from today’s </a:t>
            </a:r>
            <a:r>
              <a:rPr lang="en" sz="2000"/>
              <a:t>class, and write down a cohesive analysis.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