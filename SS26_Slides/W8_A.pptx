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914cce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9914cce0c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b6397a5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step-by-step, it really is a back and forth process</a:t>
            </a:r>
            <a:endParaRPr/>
          </a:p>
        </p:txBody>
      </p:sp>
      <p:sp>
        <p:nvSpPr>
          <p:cNvPr id="86" name="Google Shape;86;g3cb6397a508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b6397a50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b6397a508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youtu.be/-_-nqJ9Bzk8?si=N4G14Igwhv06Kcc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8 Session A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Tuesday, March 10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Roadmap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Project Phase: Data Collection</a:t>
            </a:r>
            <a:endParaRPr sz="20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000"/>
              <a:t>Week 8 Assignmen</a:t>
            </a:r>
            <a:r>
              <a:rPr lang="en" sz="2200"/>
              <a:t>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We are back! Roadmap</a:t>
            </a:r>
            <a:endParaRPr sz="3200"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552450" y="944300"/>
            <a:ext cx="69582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Phase I: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3/10 - 3/26: 3 weeks, 6 meetings</a:t>
            </a:r>
            <a:endParaRPr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Data collection, data cleaning, running topic modeling, visualization selection, writing analysis </a:t>
            </a:r>
            <a:endParaRPr sz="18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1" lang="en" sz="1200"/>
              <a:t>Phase II:</a:t>
            </a:r>
            <a:endParaRPr b="1"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3/31 - 4/16: 3 weeks, 6 meetings</a:t>
            </a:r>
            <a:endParaRPr sz="1200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Content collection, poster designing, </a:t>
            </a:r>
            <a:r>
              <a:rPr lang="en" sz="1200"/>
              <a:t>website set up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1" lang="en" sz="1200"/>
              <a:t>Presentation Phase:</a:t>
            </a:r>
            <a:endParaRPr b="1"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4/17: UURAF (poster must be ready prior to this point)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4/21: Website Launch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4/23: Attend DH End-of-Year Celebration</a:t>
            </a:r>
            <a:endParaRPr sz="1200"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6250" y="0"/>
            <a:ext cx="1722500" cy="17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Let’s talk about DATA</a:t>
            </a:r>
            <a:endParaRPr sz="2500"/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Research interests: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What are some things we have talked about?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Research Questions: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A well-defined question that we hope to answer based on our research results. Data centers in news! 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Data: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b="1" lang="en" sz="1400"/>
              <a:t>What are we studying?</a:t>
            </a:r>
            <a:endParaRPr b="1"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b="1" lang="en" sz="1400"/>
              <a:t>NEWS </a:t>
            </a:r>
            <a:r>
              <a:rPr b="1" lang="en" sz="1400"/>
              <a:t>ARTICLE</a:t>
            </a:r>
            <a:r>
              <a:rPr b="1" lang="en" sz="1400"/>
              <a:t> data via MSU’s licensing!!!</a:t>
            </a:r>
            <a:endParaRPr b="1" sz="14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Methods: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Text Analysis!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The beauty of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topic modeling</a:t>
            </a:r>
            <a:r>
              <a:rPr lang="en" sz="1200"/>
              <a:t>!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Results: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What did we find?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Analysis: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</a:pPr>
            <a:r>
              <a:rPr lang="en" sz="1200"/>
              <a:t>How to articulate our results? How can our results help answer the research questions?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Research Project: Data Collection</a:t>
            </a:r>
            <a:endParaRPr sz="3200"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552450" y="944300"/>
            <a:ext cx="78990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" sz="1400"/>
              <a:t>Data:</a:t>
            </a:r>
            <a:r>
              <a:rPr lang="en" sz="1400"/>
              <a:t> What are we doing after we find a good database? How to get good </a:t>
            </a:r>
            <a:r>
              <a:rPr lang="en" sz="1400"/>
              <a:t>quality</a:t>
            </a:r>
            <a:r>
              <a:rPr lang="en" sz="1400"/>
              <a:t> data?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Data</a:t>
            </a:r>
            <a:r>
              <a:rPr lang="en" sz="1400"/>
              <a:t> Collection: Our goal is to get a selection of news articles (</a:t>
            </a:r>
            <a:r>
              <a:rPr lang="en" sz="1400"/>
              <a:t>preferably</a:t>
            </a:r>
            <a:r>
              <a:rPr lang="en" sz="1400"/>
              <a:t> 200-400 entries).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Agree on the filters selection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Download the articles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Take a look at few articles and decide what should go into our dataframe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Start manually enter data into the spreadsheet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Week 8 Assignment</a:t>
            </a:r>
            <a:endParaRPr sz="2800"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Complete data collection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