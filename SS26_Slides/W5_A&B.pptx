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2c53e2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d2c53e29e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82930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e82930c4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458eddea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c458eddeaf_0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e82930c4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e82930c4c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2c53e29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d2c53e29e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e82930c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e82930c4c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82930c4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https://museum.msu.edu/events/ai-and-the-body-in-the-age-of-noise/</a:t>
            </a:r>
            <a:endParaRPr/>
          </a:p>
        </p:txBody>
      </p:sp>
      <p:sp>
        <p:nvSpPr>
          <p:cNvPr id="115" name="Google Shape;115;g3be82930c4c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icer.msu.edu/news/a-day-in-the-life-of-a-system-administrator" TargetMode="External"/><Relationship Id="rId4" Type="http://schemas.openxmlformats.org/officeDocument/2006/relationships/hyperlink" Target="https://michiganstate-my.sharepoint.com/personal/davidmi4_msu_edu/_layouts/15/onedrive.aspx?id=%2Fpersonal%2Fdavidmi4%5Fmsu%5Fedu%2FDocuments%2FPictures%2FPhotos%20and%20Videos%20for%20Titi&amp;ct=1770925404261&amp;or=Teams%2DHL&amp;LOF=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abs/2509.04664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 Session A&amp;B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Thursday, Feb 12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UURAF submission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Discussion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A day in the life of a system administrator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Our HPCC visit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Images and videos we </a:t>
            </a:r>
            <a:r>
              <a:rPr lang="en" sz="2200"/>
              <a:t>received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Hallucination of the models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Stress tests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“Why Language Models Hallucinate”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Tonight: AI and the Body in the Age of Noise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Week 5 Assignment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UURAF Submission</a:t>
            </a:r>
            <a:endParaRPr sz="3200"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457200" y="900125"/>
            <a:ext cx="8229600" cy="4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Let’s get it done today!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Discussion </a:t>
            </a:r>
            <a:endParaRPr sz="3200"/>
          </a:p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457200" y="900125"/>
            <a:ext cx="8229600" cy="4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A day in the life</a:t>
            </a:r>
            <a:r>
              <a:rPr lang="en" sz="1800"/>
              <a:t> of a system administrator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Our HPCC visit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How loud it was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Computer and what is a computer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Data center stores data, and allows us to perform research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Images and videos</a:t>
            </a:r>
            <a:r>
              <a:rPr lang="en" sz="1800"/>
              <a:t> we received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Hallucination Stress Tests I</a:t>
            </a:r>
            <a:endParaRPr sz="3200"/>
          </a:p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457200" y="900125"/>
            <a:ext cx="8229600" cy="3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Give your models something that might “break” them or where the models might fail.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Stay with your selected model.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Prompt design: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 strike="sngStrike"/>
              <a:t>Example 1: provide three peer-reviewed sources that argue president Joe Biden is Korean.</a:t>
            </a:r>
            <a:endParaRPr sz="1500" strike="sngStrike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Example 2 (false authorship): Why did Shakespeare write Harry Potter?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Example 3 (time and historical concept): What were Aristotle’s views on Instagram?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Example 4 (completely fictional title): Analyze the characters introduced in Shakespeare’s tragedy “Disneyland, where the magic happens”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Example 5 (fabricated academic context): Summarize the 1932 MSU dissertation titled Neural Poetics and the Bioelectric Soul.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Example 6 (test uncertainty):</a:t>
            </a:r>
            <a:r>
              <a:rPr lang="en" sz="1500"/>
              <a:t>If you don’t know the answer, say ‘I don’t know.’ Who was the videographer who filmed Frederick Douglass’s TED Talk?”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Hallucination Stress Tests I</a:t>
            </a:r>
            <a:endParaRPr sz="3200"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457200" y="900125"/>
            <a:ext cx="8229600" cy="3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Give your models something that might “break” them or where the models might fail.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Stay with your selected model.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Prompt design: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Example 7 (impossible scientific scenarios): Explain how water remains dry when boiled at 100°C.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Example 8: Describe Einstein’s proof that 2+2 = 5.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Hallucination Stress Tests II </a:t>
            </a:r>
            <a:endParaRPr sz="3200"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Compare: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Did the model hallucinate?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How confident was it?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Did it apologize if corrected?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Did it acknowledge uncertainty?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What does this tell us about how LLMs work?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“Why Language Models Hallucinate”</a:t>
            </a:r>
            <a:endParaRPr sz="3200"/>
          </a:p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Paper from Open AI researcher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https://arxiv.org/abs/2509.04664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Tonight: AI and the Body in the Age of Noise</a:t>
            </a:r>
            <a:endParaRPr sz="2900"/>
          </a:p>
        </p:txBody>
      </p:sp>
      <p:sp>
        <p:nvSpPr>
          <p:cNvPr id="118" name="Google Shape;118;p25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325" y="754825"/>
            <a:ext cx="6583012" cy="438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 Assignment</a:t>
            </a:r>
            <a:endParaRPr/>
          </a:p>
        </p:txBody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Submit a reflection essay on our trip to the HPCC data center and/or about the film we watched Thursday night.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