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dbb0b52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adbb0b52c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dbb0b5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adbb0b52c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9cbed16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b9cbed162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9cbed162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b9cbed162f_0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9cbed162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b9cbed162f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9cbed162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b9cbed162f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9cbed162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b9cbed162f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9cbed162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b9cbed162f_0_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9cbed162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b9cbed162f_0_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9cbed162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b9cbed162f_0_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9cbed162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b9cbed162f_0_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9cbed162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b9cbed162f_0_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9198a5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b9198a577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9cbed162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b9cbed162f_0_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0" name="Google Shape;60;p1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>
                <a:solidFill>
                  <a:srgbClr val="3F3F3F"/>
                </a:solidFill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818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6BBD1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Michigan State University logo"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43313" y="4908517"/>
            <a:ext cx="1394217" cy="1176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latform.openai.com/tokenizer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uggingface.co/openai-community/gpt2" TargetMode="External"/><Relationship Id="rId4" Type="http://schemas.openxmlformats.org/officeDocument/2006/relationships/hyperlink" Target="https://github.com/openai/gpt-2/blob/master/domains.tx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huggingface.co/openai-community/gpt2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ambda.ai/blog/demystifying-gpt-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980966" y="954060"/>
            <a:ext cx="71907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2 Session B</a:t>
            </a:r>
            <a:endParaRPr/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980966" y="2106338"/>
            <a:ext cx="7190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</a:pPr>
            <a:r>
              <a:rPr lang="en" sz="3000"/>
              <a:t>Thursday, Jan 22 2026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" sz="2500"/>
              <a:t>Review: LLMs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" sz="2500"/>
              <a:t>How does a LLM work? 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" sz="2500"/>
              <a:t>The two phases of a LLM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" sz="2500"/>
              <a:t>Pipelines of the two phases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" sz="2500"/>
              <a:t>Week 2 assignment: how to create a clip?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" sz="2500"/>
              <a:t>Platform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" sz="2500"/>
              <a:t>Script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LLMs</a:t>
            </a:r>
            <a:endParaRPr/>
          </a:p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L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L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an LLM work? I</a:t>
            </a:r>
            <a:endParaRPr/>
          </a:p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457200" y="900125"/>
            <a:ext cx="8452800" cy="4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 sz="2400"/>
              <a:t>The two phases of an LLM</a:t>
            </a:r>
            <a:endParaRPr sz="24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b="1" lang="en" sz="2300"/>
              <a:t>Phase A: Training</a:t>
            </a:r>
            <a:endParaRPr b="1" sz="2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300"/>
              <a:t>Example:</a:t>
            </a:r>
            <a:r>
              <a:rPr lang="en" sz="2300"/>
              <a:t> GPT3</a:t>
            </a:r>
            <a:endParaRPr sz="2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How many days roughly did it take to train the model once? </a:t>
            </a:r>
            <a:r>
              <a:rPr b="1" lang="en" sz="2300"/>
              <a:t>A. </a:t>
            </a:r>
            <a:r>
              <a:rPr lang="en" sz="2300"/>
              <a:t>3 days </a:t>
            </a:r>
            <a:r>
              <a:rPr b="1" lang="en" sz="2300"/>
              <a:t>B.</a:t>
            </a:r>
            <a:r>
              <a:rPr lang="en" sz="2300"/>
              <a:t> 34 days </a:t>
            </a:r>
            <a:r>
              <a:rPr b="1" lang="en" sz="2300"/>
              <a:t>C.</a:t>
            </a:r>
            <a:r>
              <a:rPr lang="en" sz="2300"/>
              <a:t> 134 days</a:t>
            </a:r>
            <a:endParaRPr sz="2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How much did it cost to train the model each time?</a:t>
            </a:r>
            <a:endParaRPr sz="2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A.</a:t>
            </a:r>
            <a:r>
              <a:rPr lang="en" sz="2300"/>
              <a:t> $300k </a:t>
            </a:r>
            <a:r>
              <a:rPr b="1" lang="en" sz="2300"/>
              <a:t>B.</a:t>
            </a:r>
            <a:r>
              <a:rPr lang="en" sz="2300"/>
              <a:t> 2.8 million </a:t>
            </a:r>
            <a:r>
              <a:rPr b="1" lang="en" sz="2300"/>
              <a:t>C.</a:t>
            </a:r>
            <a:r>
              <a:rPr lang="en" sz="2300"/>
              <a:t> 4.6 million</a:t>
            </a:r>
            <a:endParaRPr sz="2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–"/>
            </a:pPr>
            <a:r>
              <a:rPr b="1" lang="en" sz="2300"/>
              <a:t>Phase B: Inference </a:t>
            </a:r>
            <a:endParaRPr b="1" sz="2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</a:t>
            </a:r>
            <a:r>
              <a:rPr lang="en" sz="2300"/>
              <a:t>his happens everytime you use an application like ChatGPT, the model responds to you in real time.</a:t>
            </a:r>
            <a:endParaRPr sz="2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an LLM work? I</a:t>
            </a:r>
            <a:endParaRPr/>
          </a:p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457200" y="900125"/>
            <a:ext cx="8452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Judge</a:t>
            </a:r>
            <a:r>
              <a:rPr b="1" i="1" lang="en"/>
              <a:t> the following statements:</a:t>
            </a:r>
            <a:endParaRPr b="1" i="1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When I chat with a LLM like GPT4o, the LLM learns new facts from our conversations.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LLMs do not learn new facts while chatting with human, they use the patterns they learned during Phase A and make predictions.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LLMs remember what I </a:t>
            </a:r>
            <a:r>
              <a:rPr lang="en" sz="2000"/>
              <a:t>typed, and will update the parameters in the model as our conversation continues.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LLMs only have limited short term memory, and this memory gets wiped when the chat resets.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an LLM work? II</a:t>
            </a:r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457200" y="900125"/>
            <a:ext cx="82296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Pipeline that </a:t>
            </a:r>
            <a:r>
              <a:rPr lang="en"/>
              <a:t>happens</a:t>
            </a:r>
            <a:r>
              <a:rPr lang="en"/>
              <a:t> at </a:t>
            </a:r>
            <a:r>
              <a:rPr b="1" lang="en"/>
              <a:t>Phase 1 Training</a:t>
            </a:r>
            <a:endParaRPr b="1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Input (all the text from the world)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Tokenization: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/>
              <a:t>Token: A token is a small piece of text that the AI reads. It can be part of a word or a symbol. [From Teddy]  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Neural network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Prediction (next token guess)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Compare guess to the real next token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Adjust parameters (learning!)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Repeat millions/</a:t>
            </a:r>
            <a:r>
              <a:rPr lang="en" sz="2000"/>
              <a:t>billions</a:t>
            </a:r>
            <a:r>
              <a:rPr lang="en" sz="2000"/>
              <a:t> of times</a:t>
            </a:r>
            <a:endParaRPr sz="2000"/>
          </a:p>
        </p:txBody>
      </p:sp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0975" y="3512350"/>
            <a:ext cx="2503024" cy="16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an LLM work? II</a:t>
            </a:r>
            <a:endParaRPr/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/>
              <a:t>What is a token/tokenization?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https://platform.openai.com/tokenizer</a:t>
            </a:r>
            <a:endParaRPr/>
          </a:p>
        </p:txBody>
      </p:sp>
      <p:pic>
        <p:nvPicPr>
          <p:cNvPr id="108" name="Google Shape;1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3750" y="1999650"/>
            <a:ext cx="3776499" cy="304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an LLM work? II</a:t>
            </a:r>
            <a:endParaRPr/>
          </a:p>
        </p:txBody>
      </p:sp>
      <p:pic>
        <p:nvPicPr>
          <p:cNvPr id="114" name="Google Shape;1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75" y="950084"/>
            <a:ext cx="8137661" cy="4041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an LLM work? II</a:t>
            </a:r>
            <a:endParaRPr/>
          </a:p>
        </p:txBody>
      </p:sp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457200" y="900125"/>
            <a:ext cx="82296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Pipeline that happens at </a:t>
            </a:r>
            <a:r>
              <a:rPr b="1" lang="en" sz="2000"/>
              <a:t>Phase 2 Inference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Your input (prompt)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Tokenization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Neural network (with frozen parameters)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Prediction (guess next token)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Prediction </a:t>
            </a:r>
            <a:r>
              <a:rPr lang="en" sz="2000"/>
              <a:t>(guess next token)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Prediction (guess next token)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…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Output an answer to user</a:t>
            </a:r>
            <a:endParaRPr sz="2000"/>
          </a:p>
        </p:txBody>
      </p:sp>
      <p:pic>
        <p:nvPicPr>
          <p:cNvPr id="121" name="Google Shape;1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881" y="2732075"/>
            <a:ext cx="3281119" cy="241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an LLM work? III</a:t>
            </a:r>
            <a:endParaRPr/>
          </a:p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457200" y="900125"/>
            <a:ext cx="84129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Why are LLMs so powerful?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Example: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GPT2, training data: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https://huggingface.co/openai-community/gpt2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4"/>
              </a:rPr>
              <a:t>https://github.com/openai/gpt-2/blob/master/domains.txt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an LLM work? III</a:t>
            </a:r>
            <a:endParaRPr/>
          </a:p>
        </p:txBody>
      </p:sp>
      <p:sp>
        <p:nvSpPr>
          <p:cNvPr id="133" name="Google Shape;133;p27"/>
          <p:cNvSpPr txBox="1"/>
          <p:nvPr>
            <p:ph idx="1" type="body"/>
          </p:nvPr>
        </p:nvSpPr>
        <p:spPr>
          <a:xfrm>
            <a:off x="457200" y="900125"/>
            <a:ext cx="83337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Why are LLMs also very limited?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Examples: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https://huggingface.co/openai-community/gpt2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See section “l</a:t>
            </a:r>
            <a:r>
              <a:rPr lang="en" sz="2000"/>
              <a:t>imitations and bias”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move on</a:t>
            </a:r>
            <a:endParaRPr/>
          </a:p>
        </p:txBody>
      </p:sp>
      <p:sp>
        <p:nvSpPr>
          <p:cNvPr id="139" name="Google Shape;139;p28"/>
          <p:cNvSpPr txBox="1"/>
          <p:nvPr>
            <p:ph idx="1" type="body"/>
          </p:nvPr>
        </p:nvSpPr>
        <p:spPr>
          <a:xfrm>
            <a:off x="457200" y="900125"/>
            <a:ext cx="6967800" cy="3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Some takeaways: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LLMs might sound intelligent because the pattern they learned are intelligent. They don’t understand. They predict based on patterns they learned.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LLMs follows your prompt/input!!!!!. You give a clear prompt, it gives better output.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LLMs themselves are not search engines, they generate (gen AI!). They don’t retrieve information.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2 Assignment</a:t>
            </a:r>
            <a:endParaRPr/>
          </a:p>
        </p:txBody>
      </p:sp>
      <p:sp>
        <p:nvSpPr>
          <p:cNvPr id="145" name="Google Shape;145;p29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Explain LLMs in different ways: elevator talk (to your future employers), Instagram reels/YouTube shorts (to your peer), “explain at family Thanksgiving party” (to your family members)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Pick a format (you just need to pick one)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Decide which aspect of LLMs do you want to focus on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Update your google doc with a complete written draft.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2000"/>
              <a:t>Submit a recording of your talk (video).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457200" y="900125"/>
            <a:ext cx="82296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Li, Chuan. OpenAI's GPT-3 Language Model: A Technical Overview: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https://lambda.ai/blog/demystifying-gpt-3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